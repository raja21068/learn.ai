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74519" cy="384048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170432"/>
            <a:ext cx="16916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PATH 05 / BEGINNER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9601200" cy="11430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202B46"/>
                </a:solidFill>
                <a:latin typeface="Aptos"/>
              </a:rPr>
              <a:t>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74136"/>
            <a:ext cx="841248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6D7893"/>
                </a:solidFill>
                <a:latin typeface="Aptos"/>
              </a:rPr>
              <a:t>Reasoning loops, memory, tools, and safe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120640"/>
            <a:ext cx="5806440" cy="685800"/>
          </a:xfrm>
          <a:prstGeom prst="roundRect">
            <a:avLst/>
          </a:prstGeom>
          <a:solidFill>
            <a:srgbClr val="E9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303520"/>
            <a:ext cx="54864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02B46"/>
                </a:solidFill>
                <a:latin typeface="Aptos"/>
              </a:rPr>
              <a:t>4 MINI LESSONS      ·      20 MINUTES      ·      REAL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33271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202B46"/>
                </a:solidFill>
                <a:latin typeface="Aptos"/>
              </a:rPr>
              <a:t>Your four big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D2657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The 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Identify observation, choice, action, and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D2657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Planning &amp;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Break a task into bounded, observable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D2657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Short- &amp; long-term 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Choose what state an agent needs to retain.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D2657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Evaluation &amp;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Specify success, cost, and safety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What you should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874519"/>
            <a:ext cx="448056" cy="448056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65376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Useful autonomy depends on feedback, limits, and explicit goals.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843784"/>
            <a:ext cx="448056" cy="448056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A good agent design is a control system, not just a lengthy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813048"/>
            <a:ext cx="448056" cy="448056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03904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Memory is useful only when its accuracy, scope, and lifecycle are controlled.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782312"/>
            <a:ext cx="448056" cy="448056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Evaluate agents as software systems operating in an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A tiny working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25328" cy="3886200"/>
          </a:xfrm>
          <a:prstGeom prst="roundRect">
            <a:avLst/>
          </a:prstGeom>
          <a:solidFill>
            <a:srgbClr val="2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966960" cy="3200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items = ['plan', 'test', 'report']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completed = []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for step in range(3):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    observation = items[step]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    action = f'complete {observation}'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    completed.append(action)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    print('Observe:', observation, '-&gt; Act:', action)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print('Done:', completed)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700" b="1">
                <a:solidFill>
                  <a:srgbClr val="202B46"/>
                </a:solidFill>
                <a:latin typeface="Aptos"/>
              </a:rPr>
              <a:t>Your five-minute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1095"/>
            <a:ext cx="1056132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02B46"/>
                </a:solidFill>
                <a:latin typeface="Aptos"/>
              </a:rPr>
              <a:t>What makes an action loop different from a one-shot answer?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9992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A.  It receives feedback and can act again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9136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B.  It always uses ten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8280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C.  It never calls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D26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Check 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03120"/>
            <a:ext cx="10588752" cy="1078992"/>
          </a:xfrm>
          <a:prstGeom prst="roundRect">
            <a:avLst/>
          </a:prstGeom>
          <a:solidFill>
            <a:srgbClr val="D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005840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287146"/>
                </a:solidFill>
                <a:latin typeface="Aptos"/>
              </a:rPr>
              <a:t>A.  It receives feedback and can act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511296"/>
            <a:ext cx="10424160" cy="1508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B46"/>
                </a:solidFill>
                <a:latin typeface="Aptos"/>
              </a:rPr>
              <a:t>The essential difference is a repeated observe-decide-act-feedback 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349240"/>
            <a:ext cx="98755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D26570"/>
                </a:solidFill>
                <a:latin typeface="Aptos"/>
              </a:rPr>
              <a:t>Next: open index.html and complete the interactive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